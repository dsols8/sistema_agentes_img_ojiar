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Z0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7140" y="66040"/>
            <a:ext cx="2078355" cy="4618990"/>
          </a:xfrm>
          <a:prstGeom prst="rect">
            <a:avLst/>
          </a:prstGeom>
        </p:spPr>
      </p:pic>
      <p:pic>
        <p:nvPicPr>
          <p:cNvPr id="5" name="Picture 4" descr="Z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350" y="-635635"/>
            <a:ext cx="3086100" cy="6858000"/>
          </a:xfrm>
          <a:prstGeom prst="rect">
            <a:avLst/>
          </a:prstGeom>
        </p:spPr>
      </p:pic>
      <p:pic>
        <p:nvPicPr>
          <p:cNvPr id="6" name="Picture 5" descr="Z00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60" y="-454025"/>
            <a:ext cx="2501265" cy="5558155"/>
          </a:xfrm>
          <a:prstGeom prst="rect">
            <a:avLst/>
          </a:prstGeom>
        </p:spPr>
      </p:pic>
      <p:graphicFrame>
        <p:nvGraphicFramePr>
          <p:cNvPr id="8" name="Table 7"/>
          <p:cNvGraphicFramePr/>
          <p:nvPr>
            <p:custDataLst>
              <p:tags r:id="rId4"/>
            </p:custDataLst>
          </p:nvPr>
        </p:nvGraphicFramePr>
        <p:xfrm>
          <a:off x="5381625" y="4401820"/>
          <a:ext cx="1832610" cy="1263650"/>
        </p:xfrm>
        <a:graphic>
          <a:graphicData uri="http://schemas.openxmlformats.org/drawingml/2006/table">
            <a:tbl>
              <a:tblPr/>
              <a:tblGrid>
                <a:gridCol w="1832610"/>
              </a:tblGrid>
              <a:tr h="73596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Ventilador LUMINOSITY ELECTRIC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Z0001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₡15 000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>
            <p:custDataLst>
              <p:tags r:id="rId5"/>
            </p:custDataLst>
          </p:nvPr>
        </p:nvGraphicFramePr>
        <p:xfrm>
          <a:off x="9185910" y="4401820"/>
          <a:ext cx="2426970" cy="1263650"/>
        </p:xfrm>
        <a:graphic>
          <a:graphicData uri="http://schemas.openxmlformats.org/drawingml/2006/table">
            <a:tbl>
              <a:tblPr/>
              <a:tblGrid>
                <a:gridCol w="2426970"/>
              </a:tblGrid>
              <a:tr h="82105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Tennis NIKE Phylon Cushion Talla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 US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098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Z0002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1615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₡30 000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6"/>
            </p:custDataLst>
          </p:nvPr>
        </p:nvGraphicFramePr>
        <p:xfrm>
          <a:off x="1511300" y="4493260"/>
          <a:ext cx="2410460" cy="1362710"/>
        </p:xfrm>
        <a:graphic>
          <a:graphicData uri="http://schemas.openxmlformats.org/drawingml/2006/table">
            <a:tbl>
              <a:tblPr/>
              <a:tblGrid>
                <a:gridCol w="2410460"/>
              </a:tblGrid>
              <a:tr h="7937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Silla de madera ZUREA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Z0003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₡10 000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44*99"/>
  <p:tag name="TABLE_ENDDRAG_RECT" val="453*235*144*99"/>
</p:tagLst>
</file>

<file path=ppt/tags/tag2.xml><?xml version="1.0" encoding="utf-8"?>
<p:tagLst xmlns:p="http://schemas.openxmlformats.org/presentationml/2006/main">
  <p:tag name="TABLE_ENDDRAG_ORIGIN_RECT" val="191*99"/>
  <p:tag name="TABLE_ENDDRAG_RECT" val="708*346*191*99"/>
</p:tagLst>
</file>

<file path=ppt/tags/tag3.xml><?xml version="1.0" encoding="utf-8"?>
<p:tagLst xmlns:p="http://schemas.openxmlformats.org/presentationml/2006/main">
  <p:tag name="TABLE_ENDDRAG_ORIGIN_RECT" val="189*107"/>
  <p:tag name="TABLE_ENDDRAG_RECT" val="317*197*189*10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WPS Presentation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dario</dc:creator>
  <cp:lastModifiedBy>dario</cp:lastModifiedBy>
  <cp:revision>1</cp:revision>
  <dcterms:created xsi:type="dcterms:W3CDTF">2025-08-05T16:46:29Z</dcterms:created>
  <dcterms:modified xsi:type="dcterms:W3CDTF">2025-08-05T16:46:29Z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A85E44D46E0544FB96FE269E6A1F3940_11</vt:lpwstr>
  </property>
  <property fmtid="{D5CDD505-2E9C-101B-9397-08002B2CF9AE}" pid="3" name="KSOProductBuildVer">
    <vt:lpwstr>1033-12.2.0.21931</vt:lpwstr>
  </property>
</Properties>
</file>